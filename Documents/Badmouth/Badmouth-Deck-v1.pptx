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62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BADMOUTH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oral care aisle is the most boring shelf in the supermarket.
</a:t>
            </a:r>
            <a:r>
              <a:rPr lang="en-US" sz="2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opportunity.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toothpaste. Subscription-first. Never scrape the end of a tube again.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v1  ·  July 2026  ·  numbers are pre-launch benchmarks, flagged where real data replaces them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don't want to think about toothpaste </a:t>
            </a:r>
            <a:r>
              <a:rPr lang="en-US" sz="3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to think about it 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61A1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0" y="278892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161A1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0E100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63824"/>
            <a:ext cx="219456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83480" y="3044952"/>
            <a:ext cx="457200" cy="457200"/>
          </a:xfrm>
          <a:prstGeom prst="ellipse">
            <a:avLst/>
          </a:prstGeom>
          <a:solidFill>
            <a:srgbClr val="0E100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1638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FACE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77840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 SPINE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359359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with actual attitude in a beige category. The brand wins the first order — it makes people look, laugh, and share.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83480" y="359359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operations win every order after that. It turns up before you run out. You never think about it again.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product. One promise.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hero SKU — no range, no club, no app. The whole product is the promise that you never run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CF9F3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1828800"/>
            <a:ext cx="914400" cy="91440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20665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BADMOUTH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TOOTHPASTE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£16 / 2 months · one tube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 a month — 26p a day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600200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719" y="17309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formula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9019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ingredient list for the buyer who reads labels. Fluoride question resolved by user research, not guesswork.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51960" y="2624328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719" y="2755087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Letterbox-fit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937760" y="2926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Royal Mail large letter. No missed deliveries, no depot trips — it's waiting on the doormat.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251960" y="3648456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719" y="3779215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3776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to your tube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937760" y="39502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~2-month cadence matched to actual usage, so a fresh tube lands just before the old one runs out.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opens. The maths closes.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market: people already paying £5–7/month for natural toothpaste — not the £1.50 Tesco Colgate loyalist.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2880360"/>
          </a:xfrm>
          <a:prstGeom prst="roundRect">
            <a:avLst>
              <a:gd name="adj" fmla="val 3072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supermarket aisle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shelf. Zero loyalty. Bought on autopilot, hated at the end of every tube.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28416" y="1463040"/>
            <a:ext cx="2679192" cy="2880360"/>
          </a:xfrm>
          <a:prstGeom prst="roundRect">
            <a:avLst>
              <a:gd name="adj" fmla="val 3072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737360"/>
            <a:ext cx="502920" cy="50292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775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beige naturals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57016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not brands. Undifferentiated, forgettable, bought “whatever's in front of them”.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463040"/>
            <a:ext cx="2679192" cy="2880360"/>
          </a:xfrm>
          <a:prstGeom prst="roundRect">
            <a:avLst>
              <a:gd name="adj" fmla="val 3072"/>
            </a:avLst>
          </a:prstGeom>
          <a:solidFill>
            <a:srgbClr val="111311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BADMOUTH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8232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default. Cool enough to talk about once, reliable enough to never think about again — all of it for 26p a day.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Enemy: the fake and the forgettable.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Subscription-first, with margin to spend.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£16 per 2-month shipment (sub is the default; one-off priced ~£22 to make subscribing the obvious choice). Ex-VAT.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206240" cy="24871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shipment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Tube (natural formula)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Carton + insert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Postage (letterbox)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 &amp; pack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processing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113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B9E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46304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111311"/>
          </a:solidFill>
          <a:ln/>
        </p:spPr>
      </p:sp>
      <p:sp>
        <p:nvSpPr>
          <p:cNvPr id="4" name="Text 3"/>
          <p:cNvSpPr/>
          <p:nvPr/>
        </p:nvSpPr>
        <p:spPr>
          <a:xfrm>
            <a:off x="5029200" y="16276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029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per shipment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3383280"/>
            <a:ext cx="3657600" cy="1234440"/>
          </a:xfrm>
          <a:prstGeom prst="roundRect">
            <a:avLst>
              <a:gd name="adj" fmla="val 6667"/>
            </a:avLst>
          </a:prstGeom>
          <a:solidFill>
            <a:srgbClr val="ECF9F3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3520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Letterbox physics do the work: </a:t>
            </a:r>
            <a:r>
              <a:rPr lang="en-US" sz="12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parcels, no missed deliveries, £2 postage — toothpaste is a near-perfect subscription object.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economics, stress-tested.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figures are contribution (revenue minus £5.70 landed cost), not revenue. All ex-VAT; benchmarks until test data replaces them.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72768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LTV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6% monthly churn — ~17-month life, ~8 shipments × £10.30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8416" y="1463040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1572768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28416" y="228600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CAC ceiling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11296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3:1 LTV:CAC discipline — payback on shipment two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572768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99632" y="2286000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churn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57860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replenishment personal care benchmark; under 6% is strong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ECF9F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test, shown not hidden:  </a:t>
            </a:r>
            <a:r>
              <a:rPr lang="en-US" sz="1300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churn → LTV ~£64, CAC ceiling ~£21.  VAT registration → margin ~57%, LTV ~£64.  </a:t>
            </a:r>
            <a:r>
              <a:rPr lang="en-US" sz="13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cases still clear a £15–20 CAC.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the anti-fake way.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gurus, no fake before/afters. Show the whole tape — every invoice, every supplier, every mistake, in public.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09928"/>
            <a:ext cx="457200" cy="45720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09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content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1872" y="202082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Build-in-public in the anti-fake voice: “I haven't made this yet. £5 holds your spot and I'll show you every invoice.”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709928"/>
            <a:ext cx="457200" cy="45720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288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709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audience seed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68112" y="202082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audience = near-zero CAC first customers, deposit list, and the first 100 subscribers.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310128"/>
            <a:ext cx="457200" cy="45720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290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3310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Tested, not guessed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61872" y="362102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 two-angle ad test (ingredients-led vs never-run-out-led) picks the winning message before real budget follows.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3310128"/>
            <a:ext cx="457200" cy="45720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290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3310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letterbox moment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68112" y="362102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visible moment of an invisible product — mailer designed to be worth posting the day it lands.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follows evidence — three gates.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has a pre-agreed kill/go line. Money is only ever risked on the next gate, never the whole vision.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111311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64208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D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fake-door test. £5 refundable deposits, two ad angles.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≥50 deposits.  WALK: &lt;20 — total loss £200.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55848" y="14630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1664208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33088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£2–4k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57016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Pilot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7016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500–1k branded tubes, real subscription, real letterboxes. CPSR/SCPN-notified supplier formula.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57016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month-2 churn ≤8% and paid CAC ≤£25.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6188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54496" y="146304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F6F8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5664" y="1664208"/>
            <a:ext cx="457200" cy="457200"/>
          </a:xfrm>
          <a:prstGeom prst="ellipse">
            <a:avLst/>
          </a:prstGeom>
          <a:solidFill>
            <a:srgbClr val="2EE6A8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31736" y="1682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£15–40k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55664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Monte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5664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custom formula (10k MOQ), full brand system, founding-member price lock.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55664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9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unlocked by B's data — never by faith.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161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operating DTC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53619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Shopify brands today (Brikko) — store, payments, fulfilment, and ads infrastructure exist on day one.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1305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before product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43000" y="245059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owned audience that already buys the taste — the launch channel most founders spend years buying.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31939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0449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anti-fake voice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336499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every invoice” isn't a slogan, it's how the brands are already run — and it's the marketing plan itself.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ECF9F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" y="410839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9593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over hype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43000" y="427939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was built gate-first: the founder's own plan forbids spending £15k before 50 strangers pay £5.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subscription brand for the boring bathroom essentials.
</a:t>
            </a:r>
            <a:r>
              <a:rPr lang="en-US" sz="3400" b="1" dirty="0">
                <a:solidFill>
                  <a:srgbClr val="2E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Toothpaste is SKU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 in the cupboard that people resent re-buying is a future SKU — earned one gate at a time, in public, with the receipts shown.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" cy="502920"/>
          </a:xfrm>
          <a:prstGeom prst="ellipse">
            <a:avLst/>
          </a:prstGeom>
          <a:solidFill>
            <a:srgbClr val="2EE6A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4291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233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BADMOUTH  ·  never think about toothpaste again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Badmouth — Pitch Deck v1</dc:title>
  <dc:subject>PptxGenJS Presentation</dc:subject>
  <dc:creator>Joshua</dc:creator>
  <cp:lastModifiedBy>Joshua Hoyle</cp:lastModifiedBy>
  <cp:revision>1</cp:revision>
  <dcterms:created xsi:type="dcterms:W3CDTF">2026-07-02T16:55:48Z</dcterms:created>
  <dcterms:modified xsi:type="dcterms:W3CDTF">2026-07-02T16:56:06Z</dcterms:modified>
</cp:coreProperties>
</file>